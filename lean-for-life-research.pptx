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89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LEAN FOR LIFE — THE RESEARCH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people lose weight
</a:t>
            </a:r>
            <a:pPr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E38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actually keep it off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C6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plain-English version of a decade of studies — no jargon, just what works.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Marius · built into mariusolariu.github.io/lean-for-life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332720" y="4937760"/>
            <a:ext cx="1188720" cy="1188720"/>
          </a:xfrm>
          <a:prstGeom prst="ellipse">
            <a:avLst/>
          </a:prstGeom>
          <a:solidFill>
            <a:srgbClr val="D89A2B"/>
          </a:solidFill>
          <a:ln/>
        </p:spPr>
      </p:sp>
      <p:sp>
        <p:nvSpPr>
          <p:cNvPr id="7" name="Shape 5"/>
          <p:cNvSpPr/>
          <p:nvPr/>
        </p:nvSpPr>
        <p:spPr>
          <a:xfrm>
            <a:off x="10625328" y="5230368"/>
            <a:ext cx="603504" cy="603504"/>
          </a:xfrm>
          <a:prstGeom prst="ellipse">
            <a:avLst/>
          </a:prstGeom>
          <a:solidFill>
            <a:srgbClr val="BE5A3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931920" cy="5577840"/>
          </a:xfrm>
          <a:prstGeom prst="roundRect">
            <a:avLst>
              <a:gd name="adj" fmla="val 2791"/>
            </a:avLst>
          </a:prstGeom>
          <a:solidFill>
            <a:srgbClr val="F7F1E3"/>
          </a:solidFill>
          <a:ln w="12700">
            <a:solidFill>
              <a:srgbClr val="E4DA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1051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8F3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KEEP-IT-OFF CROWD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6E7B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960120" y="42062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55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long-term losers in a 10,000-person registry were still keeping at least 10% off a decade later.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0" y="77724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Thousands kept it off for 10+ years.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9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Here's what they do.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74920" y="205740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 in at least weekly — and write it down. The single strongest habit of all.</a:t>
            </a:r>
            <a:endParaRPr lang="en-US" sz="15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Eat breakfast almost every day. No skipping-then-bingeing.</a:t>
            </a:r>
            <a:endParaRPr lang="en-US" sz="15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Stay active about an hour a day — walking counts, it doesn't have to be the gym.</a:t>
            </a:r>
            <a:endParaRPr lang="en-US" sz="15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little TV, plan meals ahead, and treat slips as one bad day, not failure.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931920" cy="5577840"/>
          </a:xfrm>
          <a:prstGeom prst="roundRect">
            <a:avLst>
              <a:gd name="adj" fmla="val 2791"/>
            </a:avLst>
          </a:prstGeom>
          <a:solidFill>
            <a:srgbClr val="F7F1E3"/>
          </a:solidFill>
          <a:ln w="12700">
            <a:solidFill>
              <a:srgbClr val="E4DA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1051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8F3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CRASH DIETS BACKFIRE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BE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−500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960120" y="42062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55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calories a day — how much less TV-show crash dieters burned, years after the show ended.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0" y="77724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body fights back.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9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is the strategy.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74920" y="205740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extreme dieting, people burned ~500 fewer calories a day — even six years later.</a:t>
            </a:r>
            <a:endParaRPr lang="en-US" sz="15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Hunger hormones rise and stay risen. That gnawing feeling is biology, not weakness.</a:t>
            </a:r>
            <a:endParaRPr lang="en-US" sz="15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counter-moves: lose slowly (~0.5 kg a week), keep protein high, keep lifting, protect sleep.</a:t>
            </a:r>
            <a:endParaRPr lang="en-US" sz="15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exactly why Lean for Life targets a gentle deficit, not a dramatic one.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931920" cy="5577840"/>
          </a:xfrm>
          <a:prstGeom prst="roundRect">
            <a:avLst>
              <a:gd name="adj" fmla="val 2791"/>
            </a:avLst>
          </a:prstGeom>
          <a:solidFill>
            <a:srgbClr val="F7F1E3"/>
          </a:solidFill>
          <a:ln w="12700">
            <a:solidFill>
              <a:srgbClr val="E4DA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1051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8F3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THE MUSCLE, LOSE THE FAT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D89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2×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960120" y="42062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55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high-protein + lifting groups lost roughly double the fat of low-protein dieters in controlled studies.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0" y="77724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Protein + lifting decide what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9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scale actually removes.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74920" y="205740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Lose weight without lifting and up to a third of it can be muscle — the exact thing that keeps you burning calories.</a:t>
            </a:r>
            <a:endParaRPr lang="en-US" sz="15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protein (roughly 2g per kg you weigh) plus 3 short strength sessions a week flips that: fat goes, muscle stays.</a:t>
            </a:r>
            <a:endParaRPr lang="en-US" sz="15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one study, high-protein dieters lost more fat AND gained muscle at the same time.</a:t>
            </a:r>
            <a:endParaRPr lang="en-US" sz="15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plan: 163g protein a day + Full Body A/B/C. Already built in.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931920" cy="5577840"/>
          </a:xfrm>
          <a:prstGeom prst="roundRect">
            <a:avLst>
              <a:gd name="adj" fmla="val 2791"/>
            </a:avLst>
          </a:prstGeom>
          <a:solidFill>
            <a:srgbClr val="F7F1E3"/>
          </a:solidFill>
          <a:ln w="12700">
            <a:solidFill>
              <a:srgbClr val="E4DA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1051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8F3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SLEEP IS PART OF THE DIET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6E7B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−270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960120" y="42062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55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calories a day less, eaten automatically, when sleepers simply got more sleep. (JAMA, 2022)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0" y="77724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more, eat less 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9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trying.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74920" y="205740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a controlled trial, people who extended their sleep ate ~270 fewer calories a day. Nobody asked them to diet.</a:t>
            </a:r>
            <a:endParaRPr lang="en-US" sz="15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 sleep does the reverse: hunger up, cravings up, and the weight you lose shifts from fat toward muscle.</a:t>
            </a:r>
            <a:endParaRPr lang="en-US" sz="15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steady rhythm — same wake time daily, light in the morning, caffeine off by 2pm — is what makes sleep reliable.</a:t>
            </a:r>
            <a:endParaRPr lang="en-US" sz="15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rough night with your son changes nothing. The weekly pattern is what counts.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931920" cy="5577840"/>
          </a:xfrm>
          <a:prstGeom prst="roundRect">
            <a:avLst>
              <a:gd name="adj" fmla="val 2791"/>
            </a:avLst>
          </a:prstGeom>
          <a:solidFill>
            <a:srgbClr val="F7F1E3"/>
          </a:solidFill>
          <a:ln w="12700">
            <a:solidFill>
              <a:srgbClr val="E4DA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1051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8F3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TIMING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BE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960120" y="42062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55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big breakfast + small dinner beat the reverse in head-to-head trials — same food, different clock.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0" y="77724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Front-load your food.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9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body prefers daylight.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74920" y="205740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same calories eaten earlier in the day beat the same calories eaten late — for weight, blood sugar and hunger.</a:t>
            </a:r>
            <a:endParaRPr lang="en-US" sz="15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version: proper breakfast, decent lunch, earlier and lighter dinner at a consistent time.</a:t>
            </a:r>
            <a:endParaRPr lang="en-US" sz="15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matters too: veg first, protein next, carbs last — steadier energy from the same plate.</a:t>
            </a:r>
            <a:endParaRPr lang="en-US" sz="15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a 10-minute walk after big meals quietly does more than it has any right to.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931920" cy="5577840"/>
          </a:xfrm>
          <a:prstGeom prst="roundRect">
            <a:avLst>
              <a:gd name="adj" fmla="val 2791"/>
            </a:avLst>
          </a:prstGeom>
          <a:solidFill>
            <a:srgbClr val="F7F1E3"/>
          </a:solidFill>
          <a:ln w="12700">
            <a:solidFill>
              <a:srgbClr val="E4DA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1051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8F3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DESK-JOB SECRET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D89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960120" y="42062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55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your daily calorie burn can come from ordinary moving-about — not exercise sessions.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0" y="77724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burn between workouts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9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beat the workouts.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74920" y="205740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Everyday movement — steps, stairs, pacing on calls, standing — can be up to a third of what you burn in a day.</a:t>
            </a:r>
            <a:endParaRPr lang="en-US" sz="15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Between two same-sized people it can differ by hundreds of calories a day. The fidgety one wins.</a:t>
            </a:r>
            <a:endParaRPr lang="en-US" sz="15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a programmer: walk-and-talk calls, a standing spell each hour, steps with the pram — aim for ~8–10k a day.</a:t>
            </a:r>
            <a:endParaRPr lang="en-US" sz="15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None of it needs a time slot. That's the point — it hides inside the day you already have.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931920" cy="5577840"/>
          </a:xfrm>
          <a:prstGeom prst="roundRect">
            <a:avLst>
              <a:gd name="adj" fmla="val 2791"/>
            </a:avLst>
          </a:prstGeom>
          <a:solidFill>
            <a:srgbClr val="F7F1E3"/>
          </a:solidFill>
          <a:ln w="12700">
            <a:solidFill>
              <a:srgbClr val="E4DA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1051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8F3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LONG UNTIL IT'S AUTOMATIC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6E7B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960120" y="42062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55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on average for a new routine to become automatic. Range: 18 to 254 — both fine.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0" y="77724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months, roughly.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92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missed days don't count against you.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74920" y="205740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habits took 66 days on average to feel automatic in research — some quicker, some slower.</a:t>
            </a:r>
            <a:endParaRPr lang="en-US" sz="15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a single day made no measurable difference. Consistency wins; perfection is irrelevant.</a:t>
            </a:r>
            <a:endParaRPr lang="en-US" sz="15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judge nothing in week one. The morning run, the food order, the weigh-ins — give them two months.</a:t>
            </a:r>
            <a:endParaRPr lang="en-US" sz="15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B36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app tracks the streaks so you can watch 'effort' quietly turn into 'just what I do'.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2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89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findings → five features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352F26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4231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weigh-ins predict success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24231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3A5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the Weight log &amp; trend line in Track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163824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352F26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20954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Protein + lifting protect muscle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320954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3A5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163g/day plan + Full Body A/B/C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3950208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352F2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99592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Sleep &amp; steady rhythm cut intake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399592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3A5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the Rest section's five daily anchors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4736592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352F26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78231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Earlier, ordered eating helps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478231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3A5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steady-energy tricks in the Kitchen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5522976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352F26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56869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Everyday movement burns most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556869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3A5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morning run-walks + post-meal strolls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2026-07-19T12:15:47Z</dcterms:created>
  <dcterms:modified xsi:type="dcterms:W3CDTF">2026-07-19T12:15:47Z</dcterms:modified>
</cp:coreProperties>
</file>